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807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1280160"/>
            <a:ext cx="54864" cy="25603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1280160"/>
            <a:ext cx="6583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640080" y="2606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Role-Based Academic Platform for Schools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" y="3154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students · Track grades · Monitor performance · Generate reports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37490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565C0">
              <a:alpha val="40000"/>
            </a:srgbClr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7490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0" y="37490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565C0">
              <a:alpha val="40000"/>
            </a:srgbClr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37490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DB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7490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565C0">
              <a:alpha val="40000"/>
            </a:srgbClr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7490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37490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565C0">
              <a:alpha val="40000"/>
            </a:srgbClr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37490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tour of the Student Management 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7432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1488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tech stack, and key features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017520"/>
            <a:ext cx="27432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6928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3886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flow, role-based access, security setup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12801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1280160"/>
            <a:ext cx="2743200" cy="640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93008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Capabilities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93008" y="21488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management, grade control, system settings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0" y="30175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3017520"/>
            <a:ext cx="2743200" cy="640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493008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Management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93008" y="3886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recording, ECA tracking, student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12801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280160"/>
            <a:ext cx="2743200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19088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19088" y="21488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queries by performance and ECA status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30175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3017520"/>
            <a:ext cx="2743200" cy="640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9088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19088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19088" y="3886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charts, CSV exports, performance alerts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0631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14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System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0531"/>
            <a:ext cx="2743200" cy="349300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0531"/>
            <a:ext cx="27432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0531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64592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main.py — Orchestrator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auth.py — Authentication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core.py — Business Logic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database.py — Data Layer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analytics.py — Reports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ui.py — Terminal UI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910531"/>
            <a:ext cx="2743200" cy="349300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910531"/>
            <a:ext cx="274320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910531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01568" y="164592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users.txt — Profiles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passwords.txt — Hashed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grades.txt — Scores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eca.txt — Activities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logs.txt — Audit Trail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Automated backups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910531"/>
            <a:ext cx="2743200" cy="349300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910531"/>
            <a:ext cx="2743200" cy="41148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910531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27648" y="164592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3 role types (Admin/Teacher/Student)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Subjects: Math, Science, English, Computer, Physics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ECA participation tracking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Performance alerts &amp; analytics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CSV export &amp; matplotlib charts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Secure password hashing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0B8D9">
              <a:alpha val="15000"/>
            </a:srgbClr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Python 3.x  ·  pandas  ·  matplotlib  ·  numpy  ·  hashlib (SHA-256)  ·  Terminal UI (ANSI colors)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9144000" cy="53926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6739"/>
            <a:ext cx="8229600" cy="410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Authentication &amp; Security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557551"/>
            <a:ext cx="3663696" cy="4454064"/>
          </a:xfrm>
          <a:prstGeom prst="rect">
            <a:avLst/>
          </a:prstGeom>
          <a:solidFill>
            <a:srgbClr val="0A0F1E"/>
          </a:solidFill>
          <a:ln w="12700">
            <a:solidFill>
              <a:srgbClr val="8A9BB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8416" y="571969"/>
            <a:ext cx="2963325" cy="44156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80560" y="10972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Boot &amp; Login Flow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480560" y="1600200"/>
            <a:ext cx="4389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617720" y="16367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First-Run Setup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17720" y="19110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account auto-created on first launch. Temporary credentials force a password change before any access is granted.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80560" y="2423160"/>
            <a:ext cx="4389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17720" y="24597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Login (3 Attempts)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17720" y="273405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 validated. Failed attempts are tracked — system exits after 3 consecutive failures.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80560" y="3246120"/>
            <a:ext cx="4389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17720" y="32826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SHA-256 Hashing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17720" y="355701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passwords stored as hashed values. Plain-text passwords are never written to disk.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480560" y="4069080"/>
            <a:ext cx="4389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617720" y="41056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Role Dispatch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17720" y="437997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login, system checks the user role (Admin / Teacher / Student) and routes to the appropriate dashboard.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65760" y="49651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Flowchart: System Boot &amp; Authentication Flow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302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7536"/>
            <a:ext cx="8229600" cy="4317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Navigation — Three Dashboards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64464"/>
            <a:ext cx="8412480" cy="3413364"/>
          </a:xfrm>
          <a:prstGeom prst="rect">
            <a:avLst/>
          </a:prstGeom>
          <a:solidFill>
            <a:srgbClr val="050A14"/>
          </a:solidFill>
          <a:ln w="12700">
            <a:solidFill>
              <a:srgbClr val="00B8D9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rcRect t="3488" b="3213"/>
          <a:stretch/>
        </p:blipFill>
        <p:spPr>
          <a:xfrm>
            <a:off x="411480" y="664464"/>
            <a:ext cx="8321040" cy="33839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10955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Flowchart: Main Menu Navigation by Role — Admin · Teacher · Student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65760" y="4371848"/>
            <a:ext cx="2514600" cy="700024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4348536"/>
            <a:ext cx="2263140" cy="272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" y="4652490"/>
            <a:ext cx="2263140" cy="388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Mgmt · Academics · Search · Analytics · Settings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91840" y="4371848"/>
            <a:ext cx="2514600" cy="700024"/>
          </a:xfrm>
          <a:prstGeom prst="rect">
            <a:avLst/>
          </a:prstGeom>
          <a:solidFill>
            <a:srgbClr val="00897B">
              <a:alpha val="2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01568" y="4348536"/>
            <a:ext cx="2263140" cy="272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01568" y="4652490"/>
            <a:ext cx="2263140" cy="388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 · Search · Analytics · Settings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17920" y="4371848"/>
            <a:ext cx="2514600" cy="700024"/>
          </a:xfrm>
          <a:prstGeom prst="rect">
            <a:avLst/>
          </a:prstGeom>
          <a:solidFill>
            <a:srgbClr val="7B1FA2">
              <a:alpha val="2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27648" y="4348536"/>
            <a:ext cx="2263140" cy="272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27648" y="4652490"/>
            <a:ext cx="2263140" cy="388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· Grades · ECA · Performance · Export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03385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47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Admin · User Management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75360"/>
            <a:ext cx="4114800" cy="3822192"/>
          </a:xfrm>
          <a:prstGeom prst="rect">
            <a:avLst/>
          </a:prstGeom>
          <a:solidFill>
            <a:srgbClr val="0A0F1E"/>
          </a:solidFill>
          <a:ln w="12700">
            <a:solidFill>
              <a:srgbClr val="8A9BB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rcRect b="37094"/>
          <a:stretch/>
        </p:blipFill>
        <p:spPr>
          <a:xfrm>
            <a:off x="411480" y="1021080"/>
            <a:ext cx="4023360" cy="128320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1480" y="2337816"/>
            <a:ext cx="4023360" cy="2438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5760" y="479755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Flowchart: User Management (Admin)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4663440" y="975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Controls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4663440" y="143256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663440" y="1432560"/>
            <a:ext cx="64008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800600" y="148742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Users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800600" y="177088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admins, teachers, and students with IDs and roles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663440" y="228295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663440" y="2282952"/>
            <a:ext cx="64008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800600" y="233781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User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800600" y="26212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accounts for Admin / Teacher / Student roles. Student creation includes immediate mark entry for all 5 subjects.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63440" y="313334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63440" y="3133344"/>
            <a:ext cx="64008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00600" y="31882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User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800600" y="34716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user accounts with confirmation prompt to prevent accidental deletion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663440" y="3983736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3983736"/>
            <a:ext cx="64008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00600" y="40386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Passwords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800600" y="4322064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set initial passwords; users must change defaults on first login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9144000" cy="60847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87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Academic Management — Grades &amp; ECA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79"/>
            <a:ext cx="3724656" cy="2386161"/>
          </a:xfrm>
          <a:prstGeom prst="rect">
            <a:avLst/>
          </a:prstGeom>
          <a:solidFill>
            <a:srgbClr val="050A14"/>
          </a:solidFill>
          <a:ln w="12700">
            <a:solidFill>
              <a:srgbClr val="8A9BB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rcRect b="32119"/>
          <a:stretch/>
        </p:blipFill>
        <p:spPr>
          <a:xfrm>
            <a:off x="411480" y="1143000"/>
            <a:ext cx="3641886" cy="2045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688" y="3666744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Grades View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663440" y="1097280"/>
            <a:ext cx="4114800" cy="2386160"/>
          </a:xfrm>
          <a:prstGeom prst="rect">
            <a:avLst/>
          </a:prstGeom>
          <a:solidFill>
            <a:srgbClr val="050A14"/>
          </a:solidFill>
          <a:ln w="12700">
            <a:solidFill>
              <a:srgbClr val="8A9BB5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rcRect b="22851"/>
          <a:stretch/>
        </p:blipFill>
        <p:spPr>
          <a:xfrm>
            <a:off x="4709160" y="1143000"/>
            <a:ext cx="4023360" cy="20452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29328" y="3666744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ECA Activity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57200" y="4163568"/>
            <a:ext cx="1572768" cy="457200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1635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139696" y="4163568"/>
            <a:ext cx="1572768" cy="457200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139696" y="41635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822192" y="4163568"/>
            <a:ext cx="1572768" cy="457200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822192" y="41635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504688" y="4163568"/>
            <a:ext cx="1572768" cy="457200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504688" y="41635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187184" y="4163568"/>
            <a:ext cx="1572768" cy="457200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187184" y="41635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4256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4433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Self-Service Portal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511" y="596496"/>
            <a:ext cx="4954555" cy="3217924"/>
          </a:xfrm>
          <a:prstGeom prst="rect">
            <a:avLst/>
          </a:prstGeom>
          <a:solidFill>
            <a:srgbClr val="0A0F1E"/>
          </a:solidFill>
          <a:ln w="12700">
            <a:solidFill>
              <a:srgbClr val="8A9BB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rcRect t="3416" b="3062"/>
          <a:stretch/>
        </p:blipFill>
        <p:spPr>
          <a:xfrm>
            <a:off x="128016" y="633984"/>
            <a:ext cx="4855464" cy="31562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83362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Flowchart: Student Self-Service Flow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76511" y="4041648"/>
            <a:ext cx="4906969" cy="937260"/>
          </a:xfrm>
          <a:prstGeom prst="rect">
            <a:avLst/>
          </a:prstGeom>
          <a:solidFill>
            <a:srgbClr val="0A0F1E"/>
          </a:solidFill>
          <a:ln w="12700">
            <a:solidFill>
              <a:srgbClr val="8A9BB5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rcRect b="53095"/>
          <a:stretch/>
        </p:blipFill>
        <p:spPr>
          <a:xfrm>
            <a:off x="76511" y="4041648"/>
            <a:ext cx="4906969" cy="9372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49789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5120640" y="1097280"/>
            <a:ext cx="3657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120640" y="1097280"/>
            <a:ext cx="64008" cy="6675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257800" y="1143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Profile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257800" y="14173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personal info — name, email, phone, student ID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120640" y="1874520"/>
            <a:ext cx="3657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120640" y="1874520"/>
            <a:ext cx="64008" cy="6675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257800" y="19202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Grades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257800" y="21945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scores across all 5 subjects with subject averages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120640" y="2651760"/>
            <a:ext cx="3657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120640" y="2651760"/>
            <a:ext cx="64008" cy="66751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257800" y="26974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ECA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257800" y="2971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extracurricular activities and assigned roles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120640" y="3429000"/>
            <a:ext cx="3657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120640" y="3429000"/>
            <a:ext cx="64008" cy="6675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257800" y="34747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257800" y="37490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— avg, min, max, GPA band, rank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120640" y="4206240"/>
            <a:ext cx="3657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120640" y="4206240"/>
            <a:ext cx="64008" cy="6675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257800" y="42519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257800" y="45262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personal grade report as a spreadsheet file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5473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2672"/>
            <a:ext cx="8229600" cy="4749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Search &amp; Filter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7754" y="597408"/>
            <a:ext cx="5027205" cy="3030182"/>
          </a:xfrm>
          <a:prstGeom prst="rect">
            <a:avLst/>
          </a:prstGeom>
          <a:solidFill>
            <a:srgbClr val="050A14"/>
          </a:solidFill>
          <a:ln w="12700">
            <a:solidFill>
              <a:srgbClr val="8A9BB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rcRect t="3811" b="2545"/>
          <a:stretch/>
        </p:blipFill>
        <p:spPr>
          <a:xfrm>
            <a:off x="411479" y="597408"/>
            <a:ext cx="4983479" cy="30220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6566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Flowchart: Search &amp; Filter System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3866916"/>
            <a:ext cx="5029200" cy="1166721"/>
          </a:xfrm>
          <a:prstGeom prst="rect">
            <a:avLst/>
          </a:prstGeom>
          <a:solidFill>
            <a:srgbClr val="050A14"/>
          </a:solidFill>
          <a:ln w="12700">
            <a:solidFill>
              <a:srgbClr val="8A9BB5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rcRect t="-1" b="48883"/>
          <a:stretch/>
        </p:blipFill>
        <p:spPr>
          <a:xfrm>
            <a:off x="365760" y="3877055"/>
            <a:ext cx="5029200" cy="11565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7840" y="8808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Search Modes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577840" y="1319286"/>
            <a:ext cx="3383280" cy="10515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15000" y="137415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Students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715000" y="1685046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ea typeface="Calibri" pitchFamily="34" charset="-122"/>
                <a:cs typeface="Calibri" pitchFamily="34" charset="-120"/>
              </a:rPr>
              <a:t>Search by name or username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ea typeface="Calibri" pitchFamily="34" charset="-122"/>
                <a:cs typeface="Calibri" pitchFamily="34" charset="-120"/>
              </a:rPr>
              <a:t>Partial match supported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ea typeface="Calibri" pitchFamily="34" charset="-122"/>
                <a:cs typeface="Calibri" pitchFamily="34" charset="-120"/>
              </a:rPr>
              <a:t>Returns profile + grade summary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577840" y="2527419"/>
            <a:ext cx="3383280" cy="1061575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15000" y="2589511"/>
            <a:ext cx="3108960" cy="295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Filter by Performance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715000" y="2897098"/>
            <a:ext cx="3108960" cy="646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ea typeface="Calibri" pitchFamily="34" charset="-122"/>
                <a:cs typeface="Calibri" pitchFamily="34" charset="-120"/>
              </a:rPr>
              <a:t>Excellent: 80–100%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ea typeface="Calibri" pitchFamily="34" charset="-122"/>
                <a:cs typeface="Calibri" pitchFamily="34" charset="-120"/>
              </a:rPr>
              <a:t>Good: 70–80%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ea typeface="Calibri" pitchFamily="34" charset="-122"/>
                <a:cs typeface="Calibri" pitchFamily="34" charset="-120"/>
              </a:rPr>
              <a:t>Average: 60–70%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ea typeface="Calibri" pitchFamily="34" charset="-122"/>
                <a:cs typeface="Calibri" pitchFamily="34" charset="-120"/>
              </a:rPr>
              <a:t>Below Average: &lt;60%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577840" y="3745567"/>
            <a:ext cx="3383280" cy="10515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15000" y="3800431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Filter by ECA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715000" y="4111327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ea typeface="Calibri" pitchFamily="34" charset="-122"/>
                <a:cs typeface="Calibri" pitchFamily="34" charset="-120"/>
              </a:rPr>
              <a:t>With ECA participation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ea typeface="Calibri" pitchFamily="34" charset="-122"/>
                <a:cs typeface="Calibri" pitchFamily="34" charset="-120"/>
              </a:rPr>
              <a:t>Without ECA participation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ea typeface="Calibri" pitchFamily="34" charset="-122"/>
                <a:cs typeface="Calibri" pitchFamily="34" charset="-120"/>
              </a:rPr>
              <a:t>Useful for engagement tracking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371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32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Analytics &amp; Reports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31648" y="892617"/>
            <a:ext cx="2877312" cy="3999424"/>
          </a:xfrm>
          <a:prstGeom prst="rect">
            <a:avLst/>
          </a:prstGeom>
          <a:solidFill>
            <a:srgbClr val="0A0F1E"/>
          </a:solidFill>
          <a:ln w="12700">
            <a:solidFill>
              <a:srgbClr val="8A9BB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1838" y="913993"/>
            <a:ext cx="2781402" cy="39323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87375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291840" y="896650"/>
            <a:ext cx="2743200" cy="1791148"/>
          </a:xfrm>
          <a:prstGeom prst="rect">
            <a:avLst/>
          </a:prstGeom>
          <a:solidFill>
            <a:srgbClr val="0A0F1E"/>
          </a:solidFill>
          <a:ln w="12700">
            <a:solidFill>
              <a:srgbClr val="8A9BB5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rcRect l="7241" t="8559" r="6322" b="10721"/>
          <a:stretch/>
        </p:blipFill>
        <p:spPr>
          <a:xfrm>
            <a:off x="3291840" y="913993"/>
            <a:ext cx="2743200" cy="17408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91840" y="2672151"/>
            <a:ext cx="27432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Trends Chart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3291840" y="2807347"/>
            <a:ext cx="2743200" cy="1536053"/>
          </a:xfrm>
          <a:prstGeom prst="rect">
            <a:avLst/>
          </a:prstGeom>
          <a:solidFill>
            <a:srgbClr val="0A0F1E"/>
          </a:solidFill>
          <a:ln w="12700">
            <a:solidFill>
              <a:srgbClr val="8A9BB5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91840" y="2824551"/>
            <a:ext cx="2743200" cy="15005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91840" y="43251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 vs. Academic Correlation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3291840" y="4572000"/>
            <a:ext cx="2743200" cy="475488"/>
          </a:xfrm>
          <a:prstGeom prst="rect">
            <a:avLst/>
          </a:prstGeom>
          <a:solidFill>
            <a:srgbClr val="0A0F1E"/>
          </a:solidFill>
          <a:ln w="12700">
            <a:solidFill>
              <a:srgbClr val="8A9BB5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337560" y="4599432"/>
            <a:ext cx="2651760" cy="42062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17920" y="1097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Features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217920" y="1508760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309360" y="154533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Text Dashboard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309360" y="1792224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std dev, min/max, subject breakdowns, top &amp; weak performers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6217920" y="2212848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6309360" y="224942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Grade Trends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309360" y="249631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line chart of grade changes over time per subject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6217920" y="2916936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6309360" y="295351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ECA Correlation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309360" y="320040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plot: ECA activity count vs. academic average with Pearson r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217920" y="3621024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6309360" y="36576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Perf. Alerts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309360" y="3904488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Auto-flags students below threshold with severity levels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217920" y="4325112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6309360" y="436168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CSV Export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309360" y="4608576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System-wide student performance exported as Excel-compatible CSV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63"/>
            <a:ext cx="9144000" cy="45720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"/>
            <a:ext cx="8229600" cy="289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Alert &amp; Statistics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912" y="530352"/>
            <a:ext cx="3314801" cy="4398264"/>
          </a:xfrm>
          <a:prstGeom prst="rect">
            <a:avLst/>
          </a:prstGeom>
          <a:solidFill>
            <a:srgbClr val="050A14"/>
          </a:solidFill>
          <a:ln w="12700">
            <a:solidFill>
              <a:srgbClr val="8A9BB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346" y="589353"/>
            <a:ext cx="3211214" cy="42935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9194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Flowchart: Performance Alert Generation System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174302" y="530352"/>
            <a:ext cx="3107626" cy="4398264"/>
          </a:xfrm>
          <a:prstGeom prst="rect">
            <a:avLst/>
          </a:prstGeom>
          <a:solidFill>
            <a:srgbClr val="050A14"/>
          </a:solidFill>
          <a:ln w="12700">
            <a:solidFill>
              <a:srgbClr val="8A9BB5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23736" y="589353"/>
            <a:ext cx="3004038" cy="42935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4720" y="491947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Flowchart: Student Performance Statistics Calculation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400800" y="731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Band System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0" y="1234440"/>
            <a:ext cx="2468880" cy="530352"/>
          </a:xfrm>
          <a:prstGeom prst="rect">
            <a:avLst/>
          </a:prstGeom>
          <a:solidFill>
            <a:srgbClr val="1B5E20">
              <a:alpha val="70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64808" y="127101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80–100%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64808" y="15087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0" y="1856232"/>
            <a:ext cx="2468880" cy="530352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64808" y="18928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70–79%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64808" y="21305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0" y="2478024"/>
            <a:ext cx="2468880" cy="530352"/>
          </a:xfrm>
          <a:prstGeom prst="rect">
            <a:avLst/>
          </a:prstGeom>
          <a:solidFill>
            <a:srgbClr val="F57F17">
              <a:alpha val="70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64808" y="2514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60–69%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464808" y="27523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400800" y="3099816"/>
            <a:ext cx="2468880" cy="530352"/>
          </a:xfrm>
          <a:prstGeom prst="rect">
            <a:avLst/>
          </a:prstGeom>
          <a:solidFill>
            <a:srgbClr val="B71C1C">
              <a:alpha val="70000"/>
            </a:srgbClr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64808" y="31363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&lt;60%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464808" y="33741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Average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400800" y="36697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Computed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400800" y="3877056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Std Deviation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 scores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GPA average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band classification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rank position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6176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3"/>
            <a:ext cx="822960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&amp; Settings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5292" y="636399"/>
            <a:ext cx="4762361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Database Structure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193270"/>
              </p:ext>
            </p:extLst>
          </p:nvPr>
        </p:nvGraphicFramePr>
        <p:xfrm>
          <a:off x="128016" y="1161287"/>
          <a:ext cx="4762362" cy="2856745"/>
        </p:xfrm>
        <a:graphic>
          <a:graphicData uri="http://schemas.openxmlformats.org/drawingml/2006/table">
            <a:tbl>
              <a:tblPr/>
              <a:tblGrid>
                <a:gridCol w="1587454"/>
                <a:gridCol w="1587454"/>
                <a:gridCol w="1587454"/>
              </a:tblGrid>
              <a:tr h="4036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users.txt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profiles (ID, username, role, name, email, phone)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Pipe-delimited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passwords.txt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Hashed passwords (SHA-256)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username|hash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grades.txt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scores per subject with timestamps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Timestamped records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eca.txt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ECA activities and roles per student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student_id|activity|role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6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logs.txt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user actions audit trail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timestamp|user|action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28016" y="3447288"/>
            <a:ext cx="4762361" cy="1380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65176" y="3511295"/>
            <a:ext cx="4502595" cy="339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Automated Backup System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65176" y="3822191"/>
            <a:ext cx="4502595" cy="8496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every write operation, the system automatically snapshots all critical data files (users, passwords, grades, eca) into a timestamped backup directory — enabling rollback at any point.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17008" y="6644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&amp; Profile Management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17008" y="938783"/>
            <a:ext cx="4056189" cy="2723389"/>
          </a:xfrm>
          <a:prstGeom prst="rect">
            <a:avLst/>
          </a:prstGeom>
          <a:solidFill>
            <a:srgbClr val="0A0F1E"/>
          </a:solidFill>
          <a:ln w="12700">
            <a:solidFill>
              <a:srgbClr val="8A9BB5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 rotWithShape="1">
          <a:blip r:embed="rId3"/>
          <a:srcRect l="3478" t="2478" r="3998" b="2333"/>
          <a:stretch/>
        </p:blipFill>
        <p:spPr>
          <a:xfrm>
            <a:off x="5032945" y="938783"/>
            <a:ext cx="3993017" cy="272338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367588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Flowchart: Settings &amp; Profile Management</a:t>
            </a:r>
            <a:endParaRPr lang="en-US" sz="800" dirty="0"/>
          </a:p>
        </p:txBody>
      </p:sp>
      <p:sp>
        <p:nvSpPr>
          <p:cNvPr id="5" name="Shape 9"/>
          <p:cNvSpPr/>
          <p:nvPr/>
        </p:nvSpPr>
        <p:spPr>
          <a:xfrm>
            <a:off x="5019999" y="3913632"/>
            <a:ext cx="4053198" cy="1097280"/>
          </a:xfrm>
          <a:prstGeom prst="rect">
            <a:avLst/>
          </a:prstGeom>
          <a:solidFill>
            <a:srgbClr val="0A0F1E"/>
          </a:solidFill>
          <a:ln w="12700">
            <a:solidFill>
              <a:srgbClr val="8A9BB5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 rotWithShape="1">
          <a:blip r:embed="rId4"/>
          <a:srcRect b="34243"/>
          <a:stretch/>
        </p:blipFill>
        <p:spPr>
          <a:xfrm>
            <a:off x="5027537" y="3936491"/>
            <a:ext cx="3998425" cy="104241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77840" y="497890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Setup Complete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2743200" cy="2743200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54864" cy="20116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Summary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8046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 — Feature Highlights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1704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terminal-based academic platform built in Python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2743200" cy="1463040"/>
          </a:xfrm>
          <a:prstGeom prst="rect">
            <a:avLst/>
          </a:prstGeom>
          <a:solidFill>
            <a:srgbClr val="0D1B3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737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Secure Auth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121408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hashed passwords, forced password change, 3-attempt lockout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2743200" cy="1463040"/>
          </a:xfrm>
          <a:prstGeom prst="rect">
            <a:avLst/>
          </a:prstGeom>
          <a:solidFill>
            <a:srgbClr val="0D1B3E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337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Role Management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3721608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distinct roles — Admin, Teacher, Student — each with tailored menus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55848" y="1645920"/>
            <a:ext cx="2743200" cy="1463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5576" y="1737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Grade Tracking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65576" y="2121408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subjects, score validation 0–100, timestamped grade records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55848" y="3246120"/>
            <a:ext cx="2743200" cy="1463040"/>
          </a:xfrm>
          <a:prstGeom prst="rect">
            <a:avLst/>
          </a:prstGeom>
          <a:solidFill>
            <a:srgbClr val="0D1B3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65576" y="3337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ECA Monitoring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65576" y="3721608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logging with roles; correlation analysis with academic performance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54496" y="1645920"/>
            <a:ext cx="2743200" cy="1463040"/>
          </a:xfrm>
          <a:prstGeom prst="rect">
            <a:avLst/>
          </a:prstGeom>
          <a:solidFill>
            <a:srgbClr val="0D1B3E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4224" y="1737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Analytics Engine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64224" y="2121408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dashboards, matplotlib charts, performance alerts, CSV exports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54496" y="3246120"/>
            <a:ext cx="2743200" cy="1463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3337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Data Reliability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64224" y="3721608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backups before every write; full audit log of all actions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959</Words>
  <Application>Microsoft Office PowerPoint</Application>
  <PresentationFormat>On-screen Show (16:9)</PresentationFormat>
  <Paragraphs>203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System</dc:title>
  <dc:subject>PptxGenJS Presentation</dc:subject>
  <dc:creator>SMS Development Team</dc:creator>
  <cp:lastModifiedBy>kshitiz yadav</cp:lastModifiedBy>
  <cp:revision>7</cp:revision>
  <dcterms:created xsi:type="dcterms:W3CDTF">2026-04-19T05:38:29Z</dcterms:created>
  <dcterms:modified xsi:type="dcterms:W3CDTF">2026-04-19T06:33:25Z</dcterms:modified>
</cp:coreProperties>
</file>